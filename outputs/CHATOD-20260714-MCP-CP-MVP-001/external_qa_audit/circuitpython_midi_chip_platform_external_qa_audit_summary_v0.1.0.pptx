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b537a1aa54d5d" /><Relationship Type="http://schemas.openxmlformats.org/officeDocument/2006/relationships/extended-properties" Target="/docProps/app.xml" Id="Re3ae802f59574cd1" /><Relationship Type="http://schemas.openxmlformats.org/officeDocument/2006/relationships/officeDocument" Target="/ppt/presentation.xml" Id="R701dc76d52dd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14e29c7cb64741"/>
  </p:sldMasterIdLst>
  <p:notesMasterIdLst>
    <p:notesMasterId xmlns:r="http://schemas.openxmlformats.org/officeDocument/2006/relationships" r:id="R187ad82f702940d6"/>
  </p:notesMasterIdLst>
  <p:sldIdLst>
    <p:sldId xmlns:r="http://schemas.openxmlformats.org/officeDocument/2006/relationships" id="256" r:id="R4bd25aadd19e4c8f"/>
    <p:sldId xmlns:r="http://schemas.openxmlformats.org/officeDocument/2006/relationships" id="257" r:id="Ra4a321acaea5494d"/>
    <p:sldId xmlns:r="http://schemas.openxmlformats.org/officeDocument/2006/relationships" id="258" r:id="Rb75d2304ea234645"/>
    <p:sldId xmlns:r="http://schemas.openxmlformats.org/officeDocument/2006/relationships" id="259" r:id="R8dab16e184084599"/>
    <p:sldId xmlns:r="http://schemas.openxmlformats.org/officeDocument/2006/relationships" id="260" r:id="R6576af348f4e4395"/>
    <p:sldId xmlns:r="http://schemas.openxmlformats.org/officeDocument/2006/relationships" id="261" r:id="Rb2d9b2f30af84586"/>
    <p:sldId xmlns:r="http://schemas.openxmlformats.org/officeDocument/2006/relationships" id="262" r:id="R10ff9796b6ab459a"/>
    <p:sldId xmlns:r="http://schemas.openxmlformats.org/officeDocument/2006/relationships" id="263" r:id="Rfc9613edc5244dff"/>
    <p:sldId xmlns:r="http://schemas.openxmlformats.org/officeDocument/2006/relationships" id="264" r:id="Rb63ab4f3cb7948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a0bf517e54c9d" /><Relationship Type="http://schemas.openxmlformats.org/officeDocument/2006/relationships/slideMaster" Target="/ppt/slideMasters/slideMaster1.xml" Id="R2814e29c7cb64741" /><Relationship Type="http://schemas.openxmlformats.org/officeDocument/2006/relationships/notesMaster" Target="/ppt/notesMasters/notesMaster1.xml" Id="R187ad82f702940d6" /><Relationship Type="http://schemas.openxmlformats.org/officeDocument/2006/relationships/presProps" Target="/ppt/presProps.xml" Id="R72934f4da9f04759" /><Relationship Type="http://schemas.openxmlformats.org/officeDocument/2006/relationships/tableStyles" Target="/ppt/tableStyles.xml" Id="R15026756606b4f13" /><Relationship Type="http://schemas.openxmlformats.org/officeDocument/2006/relationships/slide" Target="/ppt/slides/slide1.xml" Id="R4bd25aadd19e4c8f" /><Relationship Type="http://schemas.openxmlformats.org/officeDocument/2006/relationships/slide" Target="/ppt/slides/slide2.xml" Id="Ra4a321acaea5494d" /><Relationship Type="http://schemas.openxmlformats.org/officeDocument/2006/relationships/slide" Target="/ppt/slides/slide3.xml" Id="Rb75d2304ea234645" /><Relationship Type="http://schemas.openxmlformats.org/officeDocument/2006/relationships/slide" Target="/ppt/slides/slide4.xml" Id="R8dab16e184084599" /><Relationship Type="http://schemas.openxmlformats.org/officeDocument/2006/relationships/slide" Target="/ppt/slides/slide5.xml" Id="R6576af348f4e4395" /><Relationship Type="http://schemas.openxmlformats.org/officeDocument/2006/relationships/slide" Target="/ppt/slides/slide6.xml" Id="Rb2d9b2f30af84586" /><Relationship Type="http://schemas.openxmlformats.org/officeDocument/2006/relationships/slide" Target="/ppt/slides/slide7.xml" Id="R10ff9796b6ab459a" /><Relationship Type="http://schemas.openxmlformats.org/officeDocument/2006/relationships/slide" Target="/ppt/slides/slide8.xml" Id="Rfc9613edc5244dff" /><Relationship Type="http://schemas.openxmlformats.org/officeDocument/2006/relationships/slide" Target="/ppt/slides/slide9.xml" Id="Rb63ab4f3cb79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46f93ddd147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2c5d6803e24ce1" /><Relationship Type="http://schemas.openxmlformats.org/officeDocument/2006/relationships/notesMaster" Target="/ppt/notesMasters/notesMaster1.xml" Id="Raa207e47cc5c42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72d78ce6be4355" /><Relationship Type="http://schemas.openxmlformats.org/officeDocument/2006/relationships/notesMaster" Target="/ppt/notesMasters/notesMaster1.xml" Id="Rd4cb4dc60b6f44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9b23230bf24c15" /><Relationship Type="http://schemas.openxmlformats.org/officeDocument/2006/relationships/notesMaster" Target="/ppt/notesMasters/notesMaster1.xml" Id="R2970bf8aa5a945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eea8a0f5454a2b" /><Relationship Type="http://schemas.openxmlformats.org/officeDocument/2006/relationships/notesMaster" Target="/ppt/notesMasters/notesMaster1.xml" Id="R51abd3f401bf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462cb1bcf4db9" /><Relationship Type="http://schemas.openxmlformats.org/officeDocument/2006/relationships/notesMaster" Target="/ppt/notesMasters/notesMaster1.xml" Id="R3e1bf7a10c9f46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f05b9426a4680" /><Relationship Type="http://schemas.openxmlformats.org/officeDocument/2006/relationships/notesMaster" Target="/ppt/notesMasters/notesMaster1.xml" Id="R0b7bcbeeb1d941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5fce361934c75" /><Relationship Type="http://schemas.openxmlformats.org/officeDocument/2006/relationships/notesMaster" Target="/ppt/notesMasters/notesMaster1.xml" Id="Rc4ed1590591747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5889a571a4c59" /><Relationship Type="http://schemas.openxmlformats.org/officeDocument/2006/relationships/notesMaster" Target="/ppt/notesMasters/notesMaster1.xml" Id="Ra26783b052844e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a31e34f7764bdc" /><Relationship Type="http://schemas.openxmlformats.org/officeDocument/2006/relationships/notesMaster" Target="/ppt/notesMasters/notesMaster1.xml" Id="R3283a16003ef4d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99868990544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db0110fbf34da2" /><Relationship Type="http://schemas.openxmlformats.org/officeDocument/2006/relationships/slideLayout" Target="/ppt/slideLayouts/slideLayout1.xml" Id="R4b647643bd0b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47643bd0b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48c7546a470b" /><Relationship Type="http://schemas.openxmlformats.org/officeDocument/2006/relationships/image" Target="/ppt/media/image.png" Id="R251aa7e5f1b744cb" /><Relationship Type="http://schemas.openxmlformats.org/officeDocument/2006/relationships/notesSlide" Target="/ppt/notesSlides/notesSlide1.xml" Id="R837967195ee8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db88d58274912" /><Relationship Type="http://schemas.openxmlformats.org/officeDocument/2006/relationships/chart" Target="/ppt/slides/charts/chart1.xml" Id="R3cb381553ba04d89" /><Relationship Type="http://schemas.openxmlformats.org/officeDocument/2006/relationships/notesSlide" Target="/ppt/notesSlides/notesSlide2.xml" Id="R8455e19be2ca4f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a9171cdd34b1c" /><Relationship Type="http://schemas.openxmlformats.org/officeDocument/2006/relationships/notesSlide" Target="/ppt/notesSlides/notesSlide3.xml" Id="Rbf978c96fb8841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c1da22aa64ae2" /><Relationship Type="http://schemas.openxmlformats.org/officeDocument/2006/relationships/notesSlide" Target="/ppt/notesSlides/notesSlide4.xml" Id="Rbca86c43476e46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4823397d840be" /><Relationship Type="http://schemas.openxmlformats.org/officeDocument/2006/relationships/notesSlide" Target="/ppt/notesSlides/notesSlide5.xml" Id="R6ae65228e37b4d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ec792d9ac417d" /><Relationship Type="http://schemas.openxmlformats.org/officeDocument/2006/relationships/notesSlide" Target="/ppt/notesSlides/notesSlide6.xml" Id="Re0c9f158097e4e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b921b64d4edb" /><Relationship Type="http://schemas.openxmlformats.org/officeDocument/2006/relationships/notesSlide" Target="/ppt/notesSlides/notesSlide7.xml" Id="R23271628a44249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6732ff0b64ba1" /><Relationship Type="http://schemas.openxmlformats.org/officeDocument/2006/relationships/notesSlide" Target="/ppt/notesSlides/notesSlide8.xml" Id="Rc994b6e044014f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bdeab77c049ea" /><Relationship Type="http://schemas.openxmlformats.org/officeDocument/2006/relationships/notesSlide" Target="/ppt/notesSlides/notesSlide9.xml" Id="R924eb97b164743f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Volwassenheid / 10</c:v>
          </c:tx>
          <c:spPr>
            <a:solidFill xmlns:a="http://schemas.openxmlformats.org/drawingml/2006/main">
              <a:srgbClr val="35E5E5"/>
            </a:solidFill>
          </c:spPr>
          <c:cat>
            <c:strLit>
              <c:ptCount val="4"/>
              <c:pt idx="0">
                <c:v>Governance</c:v>
              </c:pt>
              <c:pt idx="1">
                <c:v>Hostkomponente</c:v>
              </c:pt>
              <c:pt idx="2">
                <c:v>HIL-bewys</c:v>
              </c:pt>
              <c:pt idx="3">
                <c:v>Audio</c:v>
              </c:pt>
            </c:strLit>
          </c:cat>
          <c:val>
            <c:numLit>
              <c:formatCode>General</c:formatCode>
              <c:ptCount val="4"/>
              <c:pt idx="0">
                <c:v>8.5</c:v>
              </c:pt>
              <c:pt idx="1">
                <c:v>6.5</c:v>
              </c:pt>
              <c:pt idx="2">
                <c:v>3</c:v>
              </c:pt>
              <c:pt idx="3">
                <c:v>1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08131F"/>
          </a:solidFill>
        </a:ln>
      </c:spPr>
    </c:plotArea>
    <c:plotVisOnly val="1"/>
  </c:chart>
  <c:spPr>
    <a:solidFill xmlns:a="http://schemas.openxmlformats.org/drawingml/2006/main">
      <a:srgbClr val="08131F"/>
    </a:solidFill>
    <a:ln xmlns:a="http://schemas.openxmlformats.org/drawingml/2006/main" w="0">
      <a:solidFill>
        <a:srgbClr val="08131F"/>
      </a:solidFill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F5CF3-2FDF-4DA2-A772-54059E6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CAB93-CEC9-4671-95B4-9A0058F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DA573-9919-41E1-89AE-DEAE3D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5375"/>
            <a:ext cx="5715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INDEPENDENT
QA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B6D8E-4E85-40CD-B26B-92097CE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561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CircuitPython MIDI Chip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3AD11-9E65-4339-BC8E-E308F07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561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Argitektuur · HIL · MIDI · Audio · Agile · Sekuriteit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4EC2A-1526-4F26-A9E8-870AE9B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2740">
              <a:alpha val="90980"/>
            </a:srgbClr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21379-D71D-4314-BC54-2FC092F9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B000"/>
                </a:solidFill>
                <a:latin typeface="Avenir Next"/>
                <a:ea typeface="Avenir Next"/>
                <a:cs typeface="Avenir Next"/>
              </a:defRPr>
            </a:pPr>
            <a:r>
              <a:t>4.6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39ED-4483-4182-ABED-AFB8FF1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Huidige produkvolwassenheid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F9FA8-14AC-424A-80F5-15A7B68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C77A"/>
                </a:solidFill>
                <a:latin typeface="Avenir Next"/>
                <a:ea typeface="Avenir Next"/>
                <a:cs typeface="Avenir Next"/>
              </a:defRPr>
            </a:pPr>
            <a:r>
              <a:t>Voorwaardelik voortgaan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4C256-2AA4-4D21-A9AB-3DEC12E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Konsepbeeld · nie hardeware- of HIL-bewys nie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aa7e5f1b744cb"/>
          <a:srcRect xmlns:a="http://schemas.openxmlformats.org/drawingml/2006/main" l="28895" t="0" r="288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592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30797-2D5D-42F5-8C0E-B2383B2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BA5A8-D58D-4DE8-A827-F13F8E27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7D006-6490-4DF1-A8D6-C22A9190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Sterk bestuur, maar nog geen bewese sintetiseerder 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6BA11-B045-4838-998D-A1F9B68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Die dokumentasie is voor die produk; die volgende hek moet 'n hoorbare vertikale sny wees.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B90C0-8134-4BEB-91A1-501788E4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51C2B-9749-4DE4-BA7E-BF7AB01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6C765-5DC9-4CE8-82E4-077B3B75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FF3A4-00F7-45FA-BC89-A264780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3333750" cy="423862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26A9D-CD24-427A-B233-6ED27D0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FFB000"/>
                </a:solidFill>
                <a:latin typeface="Avenir Next"/>
                <a:ea typeface="Avenir Next"/>
                <a:cs typeface="Avenir Next"/>
              </a:defRPr>
            </a:pPr>
            <a:r>
              <a:t>4.6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0CB94-CE19-4C46-966D-C4A78976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F2DC7-CA93-4587-BE8A-D9516C7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762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Tegniese volwassenheid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4D6D6-23DB-428C-969F-4119FA88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28003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68 hosttoetse is groen.
Geen synth core of audio-pad loop tans end-tot-end op die toestel nie.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49A04-E413-45FE-8282-577E88F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7A"/>
          </a:solidFill>
          <a:ln xmlns:a="http://schemas.openxmlformats.org/drawingml/2006/main" w="0">
            <a:solidFill>
              <a:srgbClr val="42C7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1496F-FF32-404A-867A-E8B6E91D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2C77A"/>
                </a:solidFill>
                <a:latin typeface="Avenir Next"/>
                <a:ea typeface="Avenir Next"/>
                <a:cs typeface="Avenir Next"/>
              </a:defRPr>
            </a:pPr>
            <a:r>
              <a:t>UITSPRAAK: VOORWAARDELIK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3AA5A-A5CF-4AFE-AB89-03E29AB9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38725"/>
            <a:ext cx="6724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Die gaping is nie swak kode nie. Dit is onvoltooide integrasie en te breë MVP-scope.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533900" y="1581150"/>
          <a:ext xmlns:a="http://schemas.openxmlformats.org/drawingml/2006/main" cx="67246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b381553ba04d89"/>
          </a:graphicData>
        </a:graphic>
      </p:graphicFrame>
    </p:spTree>
    <p:extLst>
      <p:ext uri="{BB962C8B-B14F-4D97-AF65-F5344CB8AC3E}">
        <p14:creationId xmlns:p14="http://schemas.microsoft.com/office/powerpoint/2010/main" val="467663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E03BAC-30F6-48BB-95A7-72A69A13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DE0D0-E459-427B-B782-1D618300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BCB3C-890F-4F28-93BC-B1F53F3C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Groen hostgedrag is nie dieselfde as 'n produkbewys 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3CF1F-81DF-47E8-B61E-0DA128A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Die bewysketting stop tans voor die werklike toestel-runtime en klankuitset.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7EB40-191F-4E22-A2D4-0ACC7550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17CC0-E648-41C7-AE34-3779E98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5AAFB-459F-47EE-915C-EC37100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4045B-BC27-446F-B1B8-92D9B45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3333750" cy="35718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42C7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B1036-82DD-45C2-854F-7A835FEB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77A"/>
          </a:solidFill>
          <a:ln xmlns:a="http://schemas.openxmlformats.org/drawingml/2006/main" w="0">
            <a:solidFill>
              <a:srgbClr val="42C7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18F61-E7E1-415D-B3A1-75F20D9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1 · Spesifikasie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9AA86-A891-4C49-909F-3CC89193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2876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C77A"/>
                </a:solidFill>
                <a:latin typeface="Avenir Next"/>
                <a:ea typeface="Avenir Next"/>
                <a:cs typeface="Avenir Next"/>
              </a:defRPr>
            </a:pPr>
            <a:r>
              <a:t>STERK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4F27F-8702-4CFD-A30E-12DD3E61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8765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63 stories
ADRs en rolle
Duidelike beperkings
Lesse geleer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96C01-FBB4-4BE9-92AA-5E5C2102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66875"/>
            <a:ext cx="3333750" cy="35718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9DB5A-1B22-4E56-BBF0-2FFDB594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66875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5E5"/>
          </a:solidFill>
          <a:ln xmlns:a="http://schemas.openxmlformats.org/drawingml/2006/main" w="0">
            <a:solidFill>
              <a:srgbClr val="35E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07FFA-EAF7-4897-9918-3034DC4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52625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2 · Hostkomponente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FDB2B-D85E-4B09-8663-2C546495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14600"/>
            <a:ext cx="2876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GEDEELTELIK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0D58B-25BC-4806-9BDB-82C18E8C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57525"/>
            <a:ext cx="28765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68 pytest-toetse
MIDI-semantiek
Poorte en routing
Konfigurasie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ED0E6-0C23-4776-9472-1234895E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333750" cy="35718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E23D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3E773-30DA-47C8-9E4B-B0CE304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3D3D"/>
          </a:solidFill>
          <a:ln xmlns:a="http://schemas.openxmlformats.org/drawingml/2006/main" w="0">
            <a:solidFill>
              <a:srgbClr val="E23D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7451C-790A-4B04-A84B-B8BDAD5B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3 · Toestel + audio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12374-FF01-45B5-B9E9-584A474B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2876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ONBEWYS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C8890-0ADB-4EF4-B70F-A8A579A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28765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Manifest nie gesluit
Geen runtime-lus
Geen synth core
Geen hoorbare audio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01C75-B32A-47C3-8CB4-FF494C8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28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E5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D33E3-9063-4B1A-82AA-5821BD08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28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99C1B-8713-414F-AF49-5216322D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21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HUIDIGE GRENS</a:t>
            </a:r>
          </a:p>
        </p:txBody>
      </p:sp>
    </p:spTree>
    <p:extLst>
      <p:ext uri="{BB962C8B-B14F-4D97-AF65-F5344CB8AC3E}">
        <p14:creationId xmlns:p14="http://schemas.microsoft.com/office/powerpoint/2010/main" val="13619379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5903E-CD8F-41B4-BC2E-6A811FB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440BD-3B00-44CC-A2C1-5CE6C7D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19210-B7FD-46DF-AC45-1A57A377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Vier P0-gate blokkeer 'MVP gereed'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E5EAD-2078-48B0-9F55-CCC3D00B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Hulle moet in volgorde opgelos word; nuwe horisontale funksies sal die risiko net verbreed.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E5015-ADF2-496F-86E9-A76B2D8C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4F7EB-EF6F-4798-B7F5-EFE35BC4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37421-BFA5-4529-ABB7-60032B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F211D-C107-45A2-BD03-B7F3494C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76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B2A"/>
          </a:solidFill>
          <a:ln xmlns:a="http://schemas.openxmlformats.org/drawingml/2006/main" w="11430">
            <a:solidFill>
              <a:srgbClr val="F02B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6AA67-AD3C-498A-8D73-A775F66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2B8C"/>
                </a:solidFill>
                <a:latin typeface="Avenir Next"/>
                <a:ea typeface="Avenir Next"/>
                <a:cs typeface="Avenir Next"/>
              </a:defRPr>
            </a:pPr>
            <a:r>
              <a:t>P0 ·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5DB59-F955-4BA0-830E-DC0DE17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Deploymanifes is 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387B7-4914-4DE1-BC1B-6ADF54A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ports.py en core.py ontbreek, al word hulle deur ontplooide modules ingevoer.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488DD-8BA7-4C76-940D-2C8ABD9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5276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B2A"/>
          </a:solidFill>
          <a:ln xmlns:a="http://schemas.openxmlformats.org/drawingml/2006/main" w="11430">
            <a:solidFill>
              <a:srgbClr val="F02B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CD3E1-FD57-4500-8424-E0504155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2B8C"/>
                </a:solidFill>
                <a:latin typeface="Avenir Next"/>
                <a:ea typeface="Avenir Next"/>
                <a:cs typeface="Avenir Next"/>
              </a:defRPr>
            </a:pPr>
            <a:r>
              <a:t>P0 ·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9975B-8BE1-4F07-8997-F872DBF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Device dependency ontbreek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90682-DF03-4D06-B0D9-46FFE3B8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adafruit_midi word ingevoer, maar geen bundle-manifes of skoon installasiebewys bestaan nie.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F89EB-A724-4346-A811-B4DD129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5276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B2A"/>
          </a:solidFill>
          <a:ln xmlns:a="http://schemas.openxmlformats.org/drawingml/2006/main" w="11430">
            <a:solidFill>
              <a:srgbClr val="F02B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92429-8B0B-45B9-B7F7-3534DBD2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2B8C"/>
                </a:solidFill>
                <a:latin typeface="Avenir Next"/>
                <a:ea typeface="Avenir Next"/>
                <a:cs typeface="Avenir Next"/>
              </a:defRPr>
            </a:pPr>
            <a:r>
              <a:t>P0 · 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3B1D6-4FE4-4E8A-84A3-CA12C352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Geen composition root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04C53-1F8C-45C6-9E51-04425EB9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device/code.py diagnoseer net; USB → events → core → audio is nie saamgestel nie.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3CDC2-BB70-4E1F-A2E8-959A55D0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62375"/>
            <a:ext cx="52768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B2A"/>
          </a:solidFill>
          <a:ln xmlns:a="http://schemas.openxmlformats.org/drawingml/2006/main" w="11430">
            <a:solidFill>
              <a:srgbClr val="F02B8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A0FC6-AD87-4905-B303-FE5B746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2B8C"/>
                </a:solidFill>
                <a:latin typeface="Avenir Next"/>
                <a:ea typeface="Avenir Next"/>
                <a:cs typeface="Avenir Next"/>
              </a:defRPr>
            </a:pPr>
            <a:r>
              <a:t>P0 · 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41F73-EF4A-4188-A0B2-6B400AFF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MVP-scope is oorlaai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3B4B4-B402-4E9E-A19B-1AF1A69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Web, BLE, DIN, multi-core, stereo en DSP kompeteer met die eerste hoorbare sny.</a:t>
            </a:r>
          </a:p>
        </p:txBody>
      </p:sp>
    </p:spTree>
    <p:extLst>
      <p:ext uri="{BB962C8B-B14F-4D97-AF65-F5344CB8AC3E}">
        <p14:creationId xmlns:p14="http://schemas.microsoft.com/office/powerpoint/2010/main" val="569106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19493-DA16-4A43-92AB-3691886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AB92A-7C8C-4F7F-AA40-EE227C2B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82E7B-0818-4F47-9D55-F9A0C12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Die HIL-pakket kan op 'n skoon toestel by invoer breek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4B5B5-FF17-43E3-B643-F612752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Die huidige toetssuite bewys lêerkopie en hashes, nie afhanklikheidsgeslote uitvoering nie.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2209C-2BFA-457F-97E4-31F41E6D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556A6-EA7C-4D8D-A2D2-13301107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CEF2E-5608-4820-B3F6-A47353DF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D1364-54F8-4B9C-8D73-137318D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19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MANIFES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F261B-F54D-498F-B33B-D6D1E10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3525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ONTBREKENDE RANDE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8D9F9-53A0-48ED-90F9-0894E9DF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525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000"/>
                </a:solidFill>
                <a:latin typeface="Avenir Next"/>
                <a:ea typeface="Avenir Next"/>
                <a:cs typeface="Avenir Next"/>
              </a:defRPr>
            </a:pPr>
            <a:r>
              <a:t>SKOON TOESTEL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A2779-4CFA-4672-BA27-240C9BEB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2047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50FFF-DC35-4D0A-A2D3-1CA6850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047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AA243-9E95-452A-859A-A7D654C5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2047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4DBBE-9B03-41D9-A4AA-AD6CEF7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2047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7122D-5B3D-4244-9063-DD1C420B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05125"/>
            <a:ext cx="1762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E9E4A-DBEE-4AC1-B5D1-D42BA289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05375"/>
            <a:ext cx="1762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3D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4C827-3B5F-451D-9D5C-C9648EA1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71875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ImportError-risiko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6098E-3168-4BFE-94D2-E9C85AB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7100D-E9D2-487C-8CB4-A97EECE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configuration.py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351EE-039C-49CC-812F-1332C25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9C512-7774-460C-80B1-755B6CB6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midi_usb.py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672B2-367A-40F7-AA3F-093358E2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84A5A-B007-42D9-97A4-76146E71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ble_midi.py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7C3D8-8DFB-457D-8049-80D981FA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BC9A9-F377-43FB-9452-6E405EE6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962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routing.py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59DE3-BCBA-4241-B637-C0323C9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A1820"/>
          </a:solidFill>
          <a:ln xmlns:a="http://schemas.openxmlformats.org/drawingml/2006/main" w="11430">
            <a:solidFill>
              <a:srgbClr val="E23D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09347-C8AB-4B16-B647-0775BEBC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24150"/>
            <a:ext cx="2152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ports.py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27F82-EC74-4D72-8A37-6331E5DC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720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A1820"/>
          </a:solidFill>
          <a:ln xmlns:a="http://schemas.openxmlformats.org/drawingml/2006/main" w="11430">
            <a:solidFill>
              <a:srgbClr val="E23D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78F3D-FE77-48A2-8948-1FB401A2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24400"/>
            <a:ext cx="2152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core.py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0C5ED2-227F-4EDF-A31F-1B710DDE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2510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E22B3-4E34-41F8-9062-9F66D010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81275"/>
            <a:ext cx="2152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CIRCUITPY</a:t>
            </a:r>
          </a:p>
        </p:txBody>
      </p:sp>
    </p:spTree>
    <p:extLst>
      <p:ext uri="{BB962C8B-B14F-4D97-AF65-F5344CB8AC3E}">
        <p14:creationId xmlns:p14="http://schemas.microsoft.com/office/powerpoint/2010/main" val="1662540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B57B5-6898-4D2C-8971-D841BF81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ACC99-0008-4C7A-8489-844FA50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F3F3E-804A-456F-99EF-FAF7C1F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Vyf P0-risiko's vereis eienaars en aanvaardingsbewys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361BB-D59C-4A3C-B7A7-836DC79D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Die volledige verslag bevat twintig risiko's; hierdie ses bepaal die korttermynpad.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06424-2A2F-41FD-98F4-084F31B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27D8A-3B9E-4A26-8037-E7F1F53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12BA3-E97B-42B5-BAB4-6548B331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183A9-CCD1-4CC3-AA1B-7196C13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740"/>
          </a:solidFill>
          <a:ln xmlns:a="http://schemas.openxmlformats.org/drawingml/2006/main" w="9525">
            <a:solidFill>
              <a:srgbClr val="284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51BD6-4D80-41DE-A8CF-8DFF0D4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606AC-101D-4F3D-9EC9-DE5A3728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RISIKO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68A9A-6BA1-4892-916F-50051343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PRIORITEIT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0E38E-0153-46DB-80D7-5B9A8D46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AANVAARDINGSBEWYS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01269-659D-4FF3-911E-F39CF2E7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7620">
            <a:solidFill>
              <a:srgbClr val="284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74EC5-955B-4021-80D4-110B953B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QA-R01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0C53A-EBD0-4B1B-B8BC-737636B4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145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Oop HIL-manifes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6C1EA-5C08-4510-BA1A-00D3F742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P0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E878C-04F8-4A90-BC35-89FD7B98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Clean-device import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9B7FB-19C7-432F-A2F4-69D804C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1"/>
          </a:solidFill>
          <a:ln xmlns:a="http://schemas.openxmlformats.org/drawingml/2006/main" w="7620">
            <a:solidFill>
              <a:srgbClr val="284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168AF-C117-409A-B640-4C706E4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QA-R02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77BB5-4A12-4A27-922E-4F51D983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432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adafruit_midi nie ontplooibaar bewys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9EC92-C646-4ED4-97FD-EBEEC5D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P0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5F0FD-FE74-4AED-8A06-2D7A79D2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Bundle-manifes + NoteOn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AB7E9-5417-4480-9D98-D3FFA67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7620">
            <a:solidFill>
              <a:srgbClr val="2845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A3644-44E0-46D4-82D3-3BB3F40C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QA-R03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60887-133F-4403-9596-D44EA3A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Geen end-tot-end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B21CB-4C3B-4BD5-9D22-2FE8C6C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718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P0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B4CA1-C077-44BF-B21E-986A25D5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USB → hoorbare buffer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7CF2A-B90B-4E80-A900-07A038B3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1"/>
          </a:solidFill>
          <a:ln xmlns:a="http://schemas.openxmlformats.org/drawingml/2006/main" w="7620">
            <a:solidFill>
              <a:srgbClr val="2845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B0EDE-DFEF-47A2-8C8C-A515EB3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QA-R05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09A40-EAE8-4EAA-94A9-992967AB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Geen huidige audio-uitset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5D2B9-CC4C-4F4D-9A10-32D3FB1A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P0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80B7D-8455-4D94-A706-81CA1FF7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MAX98357-toon + meting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2F4FAC-9C7F-49C1-8BD2-8069A387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7620">
            <a:solidFill>
              <a:srgbClr val="2845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ABDB3F-E2A7-4241-AFA5-C3EC03CA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QA-R10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4D4237-DD20-4E0F-B593-FC797F5E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MAX98357 as line-out verwar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8369E-CB53-46CD-A82F-36A7A15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291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P0 veiligheid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329FF-A009-4A58-8842-00381AFB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Bedradingsrunbook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A88F6B-A8CD-4B07-B6FD-FA4420EF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11163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1"/>
          </a:solidFill>
          <a:ln xmlns:a="http://schemas.openxmlformats.org/drawingml/2006/main" w="7620">
            <a:solidFill>
              <a:srgbClr val="2845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CADDF5-461A-4A08-AA61-AA847CB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QA-R16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B28A58-C249-4EB4-A84A-9E168450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Ou Wi-Fi credential moontlik aktief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FDE928-523A-44AC-87A1-F12299D5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P0 mensaksie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FE006D-8634-4098-B658-7625A62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Eienaar bevestig rotasie</a:t>
            </a:r>
          </a:p>
        </p:txBody>
      </p:sp>
    </p:spTree>
    <p:extLst>
      <p:ext uri="{BB962C8B-B14F-4D97-AF65-F5344CB8AC3E}">
        <p14:creationId xmlns:p14="http://schemas.microsoft.com/office/powerpoint/2010/main" val="7657392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CACDE6-9013-47B7-B5AC-BE69E3C1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7FE8E-A9DD-4BDC-8BDF-4E96DA42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85393-FE16-4D06-9903-0321D761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Herstel bewys, maak klank, maak dit dan musikaal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514D0-F253-4713-87CE-67A94BF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Hierdie volgorde beskerm die bestaande werk en keer dat web/BLE/multi-core die kernpad breek.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FC9DD-162A-44F4-B7AA-FA3C4096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C5FF8-453E-4B28-B7B0-DB0C45C0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501D0-4DB7-485F-A105-4BEE43B6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4CA0C-BBED-4CD3-81E1-B4D01A7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E23D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1E68C-A3E5-4A5D-ADCA-92FB9C23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D3D"/>
          </a:solidFill>
          <a:ln xmlns:a="http://schemas.openxmlformats.org/drawingml/2006/main" w="0">
            <a:solidFill>
              <a:srgbClr val="E23D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4408A-3605-4B1D-82C8-446D69DF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647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31F"/>
                </a:solidFill>
                <a:latin typeface="Avenir Next"/>
                <a:ea typeface="Avenir Next"/>
                <a:cs typeface="Avenir Next"/>
              </a:defRPr>
            </a:pPr>
            <a: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0705D-D834-4D31-88AF-588C3A3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6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Bewys herstel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A11DD-812E-44FC-80EB-BF3ED2A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5621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Manifest
Dependencies
HIL-preflight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ECF26-AC14-43D4-A70D-47DD0511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69E9D-DB08-4CD7-9856-EB912915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95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1AD78-E492-4CD1-8578-76D6A519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9750"/>
            <a:ext cx="647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31F"/>
                </a:solidFill>
                <a:latin typeface="Avenir Next"/>
                <a:ea typeface="Avenir Next"/>
                <a:cs typeface="Avenir Next"/>
              </a:defRPr>
            </a:pPr>
            <a: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5F76F-EBD9-42A8-864A-1005A09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71750"/>
            <a:ext cx="156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Hoorbare EAI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42939-B2FA-4878-A25C-BA6D3C0C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15621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US-014
US-016
MAX98357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69A93-9AF8-45CA-92A1-808C7A45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35E5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4D631-A7FB-4C4F-B566-B322E5E7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95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5E5"/>
          </a:solidFill>
          <a:ln xmlns:a="http://schemas.openxmlformats.org/drawingml/2006/main" w="0">
            <a:solidFill>
              <a:srgbClr val="35E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CB005-EE61-4E0E-AB20-7AF7BFC7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09750"/>
            <a:ext cx="647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31F"/>
                </a:solidFill>
                <a:latin typeface="Avenir Next"/>
                <a:ea typeface="Avenir Next"/>
                <a:cs typeface="Avenir Next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DF06C-4CCC-40BD-AED1-DF4B7A88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56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Musikale sny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CB969-0F2E-4917-8A29-07E420DD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5621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D1 core
USB NoteOn/Off
Triad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7D277-A2D9-4459-A027-0ECE1B0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00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7B61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405C6-0B60-4F7A-BCEA-1239856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695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7B61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6D9B1-D4D1-44D8-80EA-11D4984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809750"/>
            <a:ext cx="647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31F"/>
                </a:solidFill>
                <a:latin typeface="Avenir Next"/>
                <a:ea typeface="Avenir Next"/>
                <a:cs typeface="Avenir Next"/>
              </a:defRPr>
            </a:pPr>
            <a: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82F7E-DDC9-402E-85A8-C241A902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571750"/>
            <a:ext cx="156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Performance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A3A17-8E08-474A-9781-1360E7FB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333750"/>
            <a:ext cx="15621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Pitch bend
CC1
Fishman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4C956-E825-407F-93E3-81CB50D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42C7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20E32-CFE4-4471-A379-67FD7121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95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7A"/>
          </a:solidFill>
          <a:ln xmlns:a="http://schemas.openxmlformats.org/drawingml/2006/main" w="0">
            <a:solidFill>
              <a:srgbClr val="42C7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ADF86-520B-46DF-BD32-B748C592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09750"/>
            <a:ext cx="647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131F"/>
                </a:solidFill>
                <a:latin typeface="Avenir Next"/>
                <a:ea typeface="Avenir Next"/>
                <a:cs typeface="Avenir Next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67091-C27B-4401-9229-23364BA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1562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Releasebesluit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28C34-138E-459A-9787-6AF25D8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5621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CI + metrics
Scope split
1.x-plan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281943-71DD-4FBC-A785-391FB2B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LATER: SN76489 · stereo · klok · BLE · web · DSP · SID/OPL · multi-core</a:t>
            </a:r>
          </a:p>
        </p:txBody>
      </p:sp>
    </p:spTree>
    <p:extLst>
      <p:ext uri="{BB962C8B-B14F-4D97-AF65-F5344CB8AC3E}">
        <p14:creationId xmlns:p14="http://schemas.microsoft.com/office/powerpoint/2010/main" val="17259029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8E0FA-C619-4B19-9330-38223F3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46F46-4705-4FFC-8BD0-33C9E253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2EE7C-A158-48C0-A0F6-861B261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Copilot se rigting is nuttig; die volwassenheidstelling is 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E23B7-54B8-41F9-8846-1EC7F650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Die eksterne advies is onafhanklik teen die huidige commit, toetse en amptelike dokumentasie geverifieer.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04CE1-5A04-4B04-8AAB-7FFDCF77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146FD-269E-4327-B0B3-B1F61DB5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F978-40DA-42D4-95AE-1328EF75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95745-39A4-4E2F-92A8-A2AA279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42C7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E8650-590E-4A10-9246-8539ACC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87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C77A"/>
                </a:solidFill>
                <a:latin typeface="Avenir Next"/>
                <a:ea typeface="Avenir Next"/>
                <a:cs typeface="Avenir Next"/>
              </a:defRPr>
            </a:pPr>
            <a:r>
              <a:t>BEHOU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6352-8DC9-49EE-96E2-CBA73AF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8765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• Audio-first hek
• Scope creep waarskuwing
• SID later
• Fishman-semantiek
• Latency/stress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3C4B6-C111-4ECC-9A0A-343620C0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66875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D31D1-3C14-4EC9-BDB3-B49031BC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24050"/>
            <a:ext cx="287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000"/>
                </a:solidFill>
                <a:latin typeface="Avenir Next"/>
                <a:ea typeface="Avenir Next"/>
                <a:cs typeface="Avenir Next"/>
              </a:defRPr>
            </a:pPr>
            <a:r>
              <a:t>PAS AAN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B1387-3310-4616-AA0A-2BE90C3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71750"/>
            <a:ext cx="28765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• S3 is 'n kandidaat
• Burn-in eers ná EAI
• Ollama bly opsioneel
• Safe boot per werklike HIL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324A6-B1A2-4EC1-A834-A86E487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1430">
            <a:solidFill>
              <a:srgbClr val="E23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2072A-32E9-4C2E-8319-BC7489A2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2876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VERWERP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7AFD8-BD8A-496C-A64B-CC2A0B7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28765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• 8.4/10 volwassenheid
• US-003/004 nog oop
• HIL is reeds goed
• PPTX-claim sonder artefak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DDDFA-D900-4794-ADE2-4DA3F54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9429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D1830"/>
          </a:solidFill>
          <a:ln xmlns:a="http://schemas.openxmlformats.org/drawingml/2006/main" w="11430">
            <a:solidFill>
              <a:srgbClr val="7B61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48F11-D2C0-4DFE-BCF6-6883DF30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10200"/>
            <a:ext cx="885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Beginsel: advies word ingevoer; bewys word nooit uitgekontrakteer nie.</a:t>
            </a:r>
          </a:p>
        </p:txBody>
      </p:sp>
    </p:spTree>
    <p:extLst>
      <p:ext uri="{BB962C8B-B14F-4D97-AF65-F5344CB8AC3E}">
        <p14:creationId xmlns:p14="http://schemas.microsoft.com/office/powerpoint/2010/main" val="6453859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29837-4F1D-4F74-896E-96CF4B50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solidFill>
              <a:srgbClr val="0813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840F6-006E-4A68-95ED-C2CCEEC6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B8C"/>
          </a:solidFill>
          <a:ln xmlns:a="http://schemas.openxmlformats.org/drawingml/2006/main" w="0">
            <a:solidFill>
              <a:srgbClr val="F02B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90C02-7421-4BD4-AE99-54A711C5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"/>
            <a:ext cx="1038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Die volgende klein besluit bepaal die hele projekpad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2183-94F3-4388-B89C-8B4B3F16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Geen backlog of bronkode is deur hierdie oudit verander nie; Product Owner-goedkeuring bly die hek.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508BD-29B1-4599-AC6C-C975308E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4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A0D0C-BE08-4D3B-86BA-4E60CFF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600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EXTERNAL QA | commit a4ba993 | 2026-07-15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1E748-D021-437A-8DA2-B9AA6998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2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0F9F4-10A8-4B72-BA0E-50F01203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5238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321B2A"/>
          </a:solidFill>
          <a:ln xmlns:a="http://schemas.openxmlformats.org/drawingml/2006/main" w="11430">
            <a:solidFill>
              <a:srgbClr val="E23D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1AA38-4426-4AD1-8062-AA7A4F2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3D3D"/>
                </a:solidFill>
                <a:latin typeface="Avenir Next"/>
                <a:ea typeface="Avenir Next"/>
                <a:cs typeface="Avenir Next"/>
              </a:defRPr>
            </a:pPr>
            <a:r>
              <a:t>EERS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DE290-D7E3-4B5F-8795-514EC34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705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Herstel MCP-US-051 / MCP-US-007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FA12B-59A9-42A1-ADCC-4570ED81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053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• Maak deploymanifes afhanklikheidsgesluit
• Voeg adafruit_midi bundle-bewys by
• Laat clean-device imports slaag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1FE7E-BC90-4606-A697-4F2D39D1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5238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23126"/>
          </a:solidFill>
          <a:ln xmlns:a="http://schemas.openxmlformats.org/drawingml/2006/main" w="11430">
            <a:solidFill>
              <a:srgbClr val="42C7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8CC0D-4F51-4CC0-A8A2-C2321863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C77A"/>
                </a:solidFill>
                <a:latin typeface="Avenir Next"/>
                <a:ea typeface="Avenir Next"/>
                <a:cs typeface="Avenir Next"/>
              </a:defRPr>
            </a:pPr>
            <a:r>
              <a:t>DAN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68D19-B6D2-4EEA-950B-43771AF3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7053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MCP-US-014 → MCP-US-016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53943-4F0B-4BFC-8D31-4E004327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47053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8FB"/>
                </a:solidFill>
                <a:latin typeface="Avenir Next"/>
                <a:ea typeface="Avenir Next"/>
                <a:cs typeface="Avenir Next"/>
              </a:defRPr>
            </a:pPr>
            <a:r>
              <a:t>• Blokgebaseerde AudioOutput-kontrak
• Veilige mono MAX98357-toon
• Meet frekwensie, heap en herstel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4C610-5DF1-4D1D-90A2-B3CF5D3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2B8C"/>
                </a:solidFill>
                <a:latin typeface="Avenir Next"/>
                <a:ea typeface="Avenir Next"/>
                <a:cs typeface="Avenir Next"/>
              </a:defRPr>
            </a:pPr>
            <a:r>
              <a:t>AANBEVELING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F6689-7E3E-4DC3-9A2F-D5495F1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906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72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E5E5"/>
                </a:solidFill>
                <a:latin typeface="Avenir Next"/>
                <a:ea typeface="Avenir Next"/>
                <a:cs typeface="Avenir Next"/>
              </a:defRPr>
            </a:pPr>
            <a:r>
              <a:t>Voorwaardelik voortgaan · vries verdere scope tot die eerste hoorbare vertikale sny bewys 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64A3F-0194-4ACB-960A-74FEF70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7C5"/>
                </a:solidFill>
                <a:latin typeface="Avenir Next"/>
                <a:ea typeface="Avenir Next"/>
                <a:cs typeface="Avenir Next"/>
              </a:defRPr>
            </a:pPr>
            <a:r>
              <a:t>CHATOD-20260714-MCP-CP-MVP-001 / EXTERNAL-QA-AUDIT</a:t>
            </a:r>
          </a:p>
        </p:txBody>
      </p:sp>
    </p:spTree>
    <p:extLst>
      <p:ext uri="{BB962C8B-B14F-4D97-AF65-F5344CB8AC3E}">
        <p14:creationId xmlns:p14="http://schemas.microsoft.com/office/powerpoint/2010/main" val="625191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2026-07-15T13:08:20.7740000Z</dcterms:created>
  <dcterms:modified xsi:type="dcterms:W3CDTF">2026-07-15T13:08:20.7740000Z</dcterms:modified>
</coreProperties>
</file>